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2" r:id="rId2"/>
    <p:sldId id="270" r:id="rId3"/>
    <p:sldId id="271" r:id="rId4"/>
  </p:sldIdLst>
  <p:sldSz cx="18288000" cy="10287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6D1132"/>
    <a:srgbClr val="BE1D55"/>
    <a:srgbClr val="FF6600"/>
    <a:srgbClr val="FEDD8C"/>
    <a:srgbClr val="F2F2F2"/>
    <a:srgbClr val="1869FB"/>
    <a:srgbClr val="FAFAFA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3152" autoAdjust="0"/>
  </p:normalViewPr>
  <p:slideViewPr>
    <p:cSldViewPr snapToGrid="0">
      <p:cViewPr varScale="1">
        <p:scale>
          <a:sx n="71" d="100"/>
          <a:sy n="71" d="100"/>
        </p:scale>
        <p:origin x="7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B6E60-8AF3-476B-9EA3-D493D2A81E1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6753F-8D9A-4FE8-A4AA-5019ECD3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6753F-8D9A-4FE8-A4AA-5019ECD315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25189-9AD7-2B83-E73E-835F7F25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A24BE-037E-4DF5-5B7C-8644052B3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24365-6AC9-E964-CC51-BF3D9C64A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8C4B9-0D5F-10A4-6524-29373C484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6753F-8D9A-4FE8-A4AA-5019ECD315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66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BA22-BCB7-568C-A432-8ACC49D2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FF6E5-E5E5-C899-8511-EA911E4AD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D0724-E07F-452D-1481-E0ACF3279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328BE-7B6C-B10E-ACB0-C2B477CDE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6753F-8D9A-4FE8-A4AA-5019ECD315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01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0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8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5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6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1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5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9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2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81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9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042E7-902C-486D-A1BA-B4C482CE0D7E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D37B7-4990-449D-8B6A-22A46B5E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3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0"/>
              </a:schemeClr>
            </a:gs>
            <a:gs pos="74000">
              <a:schemeClr val="accent5">
                <a:lumMod val="75000"/>
              </a:schemeClr>
            </a:gs>
            <a:gs pos="83000">
              <a:schemeClr val="accent5">
                <a:lumMod val="75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D69696-B7D6-3F98-28FE-F6F5AB78663D}"/>
              </a:ext>
            </a:extLst>
          </p:cNvPr>
          <p:cNvSpPr/>
          <p:nvPr/>
        </p:nvSpPr>
        <p:spPr>
          <a:xfrm>
            <a:off x="1089212" y="537882"/>
            <a:ext cx="1600200" cy="9238129"/>
          </a:xfrm>
          <a:prstGeom prst="roundRect">
            <a:avLst>
              <a:gd name="adj" fmla="val 1330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8A9D034-CA09-4F7C-CA4D-CC12A9532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8337" y="2392666"/>
            <a:ext cx="361950" cy="361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29D19E4-95D3-FD5C-3EF4-9CF5B1BC7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8337" y="3588680"/>
            <a:ext cx="361950" cy="361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0B467FE-881F-E745-ABEA-81BF258A58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8337" y="4784694"/>
            <a:ext cx="361950" cy="361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7DB977B-55C6-421C-2778-AF368F30C7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8337" y="7180534"/>
            <a:ext cx="361950" cy="361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8CAA065-AF05-54C2-D07C-6B3E6A25CE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08337" y="5980708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5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906BB-074E-03E4-AFF4-84B87783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9AA60A8-0D9D-D1FB-A137-6A94C75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02" b="24490"/>
          <a:stretch>
            <a:fillRect/>
          </a:stretch>
        </p:blipFill>
        <p:spPr>
          <a:xfrm flipH="1">
            <a:off x="0" y="0"/>
            <a:ext cx="18288000" cy="45272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19519F-0AC7-763F-C3B3-6AB72512B2D7}"/>
              </a:ext>
            </a:extLst>
          </p:cNvPr>
          <p:cNvSpPr/>
          <p:nvPr/>
        </p:nvSpPr>
        <p:spPr>
          <a:xfrm>
            <a:off x="0" y="0"/>
            <a:ext cx="18288000" cy="268325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D5714202-0B42-6E98-355A-9C975D473F8B}"/>
              </a:ext>
            </a:extLst>
          </p:cNvPr>
          <p:cNvSpPr/>
          <p:nvPr/>
        </p:nvSpPr>
        <p:spPr>
          <a:xfrm>
            <a:off x="0" y="2675301"/>
            <a:ext cx="18288000" cy="76116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596E445-55F6-EFE0-D84B-E31C78C54AA4}"/>
              </a:ext>
            </a:extLst>
          </p:cNvPr>
          <p:cNvGrpSpPr/>
          <p:nvPr/>
        </p:nvGrpSpPr>
        <p:grpSpPr>
          <a:xfrm>
            <a:off x="332317" y="2080779"/>
            <a:ext cx="17623367" cy="7905621"/>
            <a:chOff x="241884" y="1385180"/>
            <a:chExt cx="11748911" cy="5227155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86DF40F3-052B-CDE3-F7C7-8ADC67F7A2FC}"/>
                </a:ext>
              </a:extLst>
            </p:cNvPr>
            <p:cNvGrpSpPr/>
            <p:nvPr/>
          </p:nvGrpSpPr>
          <p:grpSpPr>
            <a:xfrm>
              <a:off x="241884" y="1385180"/>
              <a:ext cx="3777941" cy="5227155"/>
              <a:chOff x="404838" y="1385180"/>
              <a:chExt cx="3777941" cy="5227155"/>
            </a:xfrm>
          </p:grpSpPr>
          <p:sp>
            <p:nvSpPr>
              <p:cNvPr id="1028" name="Rectangle: Top Corners Rounded 1027">
                <a:extLst>
                  <a:ext uri="{FF2B5EF4-FFF2-40B4-BE49-F238E27FC236}">
                    <a16:creationId xmlns:a16="http://schemas.microsoft.com/office/drawing/2014/main" id="{378393FC-4E7D-79CE-8DE8-EC39DC1D6B54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29" name="Rectangle: Top Corners Rounded 1028">
                <a:extLst>
                  <a:ext uri="{FF2B5EF4-FFF2-40B4-BE49-F238E27FC236}">
                    <a16:creationId xmlns:a16="http://schemas.microsoft.com/office/drawing/2014/main" id="{CC46BA55-E170-B2D3-E918-5C205715B72C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B3CD3BCF-EAA4-D769-1A67-9F2549723D25}"/>
                </a:ext>
              </a:extLst>
            </p:cNvPr>
            <p:cNvGrpSpPr/>
            <p:nvPr/>
          </p:nvGrpSpPr>
          <p:grpSpPr>
            <a:xfrm>
              <a:off x="4227369" y="1385180"/>
              <a:ext cx="3777941" cy="5227155"/>
              <a:chOff x="404838" y="1385180"/>
              <a:chExt cx="3777941" cy="5227155"/>
            </a:xfrm>
          </p:grpSpPr>
          <p:sp>
            <p:nvSpPr>
              <p:cNvPr id="1032" name="Rectangle: Top Corners Rounded 1031">
                <a:extLst>
                  <a:ext uri="{FF2B5EF4-FFF2-40B4-BE49-F238E27FC236}">
                    <a16:creationId xmlns:a16="http://schemas.microsoft.com/office/drawing/2014/main" id="{C83529AA-CD32-421D-2C3E-52FF2B6010C5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3" name="Rectangle: Top Corners Rounded 1032">
                <a:extLst>
                  <a:ext uri="{FF2B5EF4-FFF2-40B4-BE49-F238E27FC236}">
                    <a16:creationId xmlns:a16="http://schemas.microsoft.com/office/drawing/2014/main" id="{61F931AA-4826-D129-A378-45B75A4236FA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833FEB90-8AB7-B4CD-BE75-278F0E27D3BE}"/>
                </a:ext>
              </a:extLst>
            </p:cNvPr>
            <p:cNvGrpSpPr/>
            <p:nvPr/>
          </p:nvGrpSpPr>
          <p:grpSpPr>
            <a:xfrm>
              <a:off x="8212854" y="1385180"/>
              <a:ext cx="3777941" cy="5227155"/>
              <a:chOff x="404838" y="1385180"/>
              <a:chExt cx="3777941" cy="5227155"/>
            </a:xfrm>
          </p:grpSpPr>
          <p:sp>
            <p:nvSpPr>
              <p:cNvPr id="1035" name="Rectangle: Top Corners Rounded 1034">
                <a:extLst>
                  <a:ext uri="{FF2B5EF4-FFF2-40B4-BE49-F238E27FC236}">
                    <a16:creationId xmlns:a16="http://schemas.microsoft.com/office/drawing/2014/main" id="{9CA705ED-3AD0-B4B9-D544-7A892EFE33B3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6" name="Rectangle: Top Corners Rounded 1035">
                <a:extLst>
                  <a:ext uri="{FF2B5EF4-FFF2-40B4-BE49-F238E27FC236}">
                    <a16:creationId xmlns:a16="http://schemas.microsoft.com/office/drawing/2014/main" id="{37F7F373-254D-C686-52D3-0D66B871FD35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8E81312-AA14-FB69-7081-A54A0EB5A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17" y="343650"/>
            <a:ext cx="2295525" cy="54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9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3EA75-0E26-61D7-1E5F-77C80614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07146-FA5A-25C0-03AE-0541C2971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7" t="41937" r="19358" b="26813"/>
          <a:stretch>
            <a:fillRect/>
          </a:stretch>
        </p:blipFill>
        <p:spPr>
          <a:xfrm>
            <a:off x="0" y="0"/>
            <a:ext cx="18288000" cy="65785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0212DC-5B20-0F06-633F-9C5255F5276B}"/>
              </a:ext>
            </a:extLst>
          </p:cNvPr>
          <p:cNvSpPr/>
          <p:nvPr/>
        </p:nvSpPr>
        <p:spPr>
          <a:xfrm>
            <a:off x="0" y="0"/>
            <a:ext cx="18288000" cy="5143500"/>
          </a:xfrm>
          <a:prstGeom prst="rect">
            <a:avLst/>
          </a:prstGeom>
          <a:solidFill>
            <a:srgbClr val="00206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6CCFF214-99D3-15EA-79CB-6660D2D42E2A}"/>
              </a:ext>
            </a:extLst>
          </p:cNvPr>
          <p:cNvSpPr/>
          <p:nvPr/>
        </p:nvSpPr>
        <p:spPr>
          <a:xfrm>
            <a:off x="0" y="2675301"/>
            <a:ext cx="18288000" cy="76116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024FBBA5-2146-4912-DC03-A4F46793B403}"/>
              </a:ext>
            </a:extLst>
          </p:cNvPr>
          <p:cNvGrpSpPr/>
          <p:nvPr/>
        </p:nvGrpSpPr>
        <p:grpSpPr>
          <a:xfrm>
            <a:off x="332317" y="2080779"/>
            <a:ext cx="17623367" cy="7905621"/>
            <a:chOff x="241884" y="1385180"/>
            <a:chExt cx="11748911" cy="5227155"/>
          </a:xfrm>
        </p:grpSpPr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EC158FF1-C2FF-4DF6-0A5B-ABC23C0EAF60}"/>
                </a:ext>
              </a:extLst>
            </p:cNvPr>
            <p:cNvGrpSpPr/>
            <p:nvPr/>
          </p:nvGrpSpPr>
          <p:grpSpPr>
            <a:xfrm>
              <a:off x="241884" y="1385180"/>
              <a:ext cx="3777941" cy="5227155"/>
              <a:chOff x="404838" y="1385180"/>
              <a:chExt cx="3777941" cy="5227155"/>
            </a:xfrm>
          </p:grpSpPr>
          <p:sp>
            <p:nvSpPr>
              <p:cNvPr id="1028" name="Rectangle: Top Corners Rounded 1027">
                <a:extLst>
                  <a:ext uri="{FF2B5EF4-FFF2-40B4-BE49-F238E27FC236}">
                    <a16:creationId xmlns:a16="http://schemas.microsoft.com/office/drawing/2014/main" id="{81040221-A21C-205E-A6B6-40BDF0A53742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29" name="Rectangle: Top Corners Rounded 1028">
                <a:extLst>
                  <a:ext uri="{FF2B5EF4-FFF2-40B4-BE49-F238E27FC236}">
                    <a16:creationId xmlns:a16="http://schemas.microsoft.com/office/drawing/2014/main" id="{0E00E19E-1839-BB57-DE8C-CEDB467CC96A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F41AD21A-B7DD-995D-7622-55FB53621E5B}"/>
                </a:ext>
              </a:extLst>
            </p:cNvPr>
            <p:cNvGrpSpPr/>
            <p:nvPr/>
          </p:nvGrpSpPr>
          <p:grpSpPr>
            <a:xfrm>
              <a:off x="4227369" y="1385180"/>
              <a:ext cx="3777941" cy="5227155"/>
              <a:chOff x="404838" y="1385180"/>
              <a:chExt cx="3777941" cy="5227155"/>
            </a:xfrm>
          </p:grpSpPr>
          <p:sp>
            <p:nvSpPr>
              <p:cNvPr id="1032" name="Rectangle: Top Corners Rounded 1031">
                <a:extLst>
                  <a:ext uri="{FF2B5EF4-FFF2-40B4-BE49-F238E27FC236}">
                    <a16:creationId xmlns:a16="http://schemas.microsoft.com/office/drawing/2014/main" id="{81323B1F-DC79-1A77-AAEA-085881C00EB9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3" name="Rectangle: Top Corners Rounded 1032">
                <a:extLst>
                  <a:ext uri="{FF2B5EF4-FFF2-40B4-BE49-F238E27FC236}">
                    <a16:creationId xmlns:a16="http://schemas.microsoft.com/office/drawing/2014/main" id="{7211BBB4-7F24-CE7C-E802-AF241D871790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30893B62-9B75-ED67-BA3A-C7E8C8A73CB0}"/>
                </a:ext>
              </a:extLst>
            </p:cNvPr>
            <p:cNvGrpSpPr/>
            <p:nvPr/>
          </p:nvGrpSpPr>
          <p:grpSpPr>
            <a:xfrm>
              <a:off x="8212854" y="1385180"/>
              <a:ext cx="3777941" cy="5227155"/>
              <a:chOff x="404838" y="1385180"/>
              <a:chExt cx="3777941" cy="5227155"/>
            </a:xfrm>
          </p:grpSpPr>
          <p:sp>
            <p:nvSpPr>
              <p:cNvPr id="1035" name="Rectangle: Top Corners Rounded 1034">
                <a:extLst>
                  <a:ext uri="{FF2B5EF4-FFF2-40B4-BE49-F238E27FC236}">
                    <a16:creationId xmlns:a16="http://schemas.microsoft.com/office/drawing/2014/main" id="{9999E902-5282-A41C-D347-D002BC09483E}"/>
                  </a:ext>
                </a:extLst>
              </p:cNvPr>
              <p:cNvSpPr/>
              <p:nvPr/>
            </p:nvSpPr>
            <p:spPr>
              <a:xfrm rot="10800000">
                <a:off x="404839" y="1783534"/>
                <a:ext cx="3777940" cy="4828801"/>
              </a:xfrm>
              <a:prstGeom prst="round2SameRect">
                <a:avLst>
                  <a:gd name="adj1" fmla="val 3487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  <p:sp>
            <p:nvSpPr>
              <p:cNvPr id="1036" name="Rectangle: Top Corners Rounded 1035">
                <a:extLst>
                  <a:ext uri="{FF2B5EF4-FFF2-40B4-BE49-F238E27FC236}">
                    <a16:creationId xmlns:a16="http://schemas.microsoft.com/office/drawing/2014/main" id="{0BEC2B41-FED8-A2BF-D20A-BA20D39F401A}"/>
                  </a:ext>
                </a:extLst>
              </p:cNvPr>
              <p:cNvSpPr/>
              <p:nvPr/>
            </p:nvSpPr>
            <p:spPr>
              <a:xfrm>
                <a:off x="404838" y="1385180"/>
                <a:ext cx="3777940" cy="399659"/>
              </a:xfrm>
              <a:prstGeom prst="round2SameRect">
                <a:avLst/>
              </a:prstGeom>
              <a:solidFill>
                <a:srgbClr val="FFFFFF">
                  <a:alpha val="30196"/>
                </a:srgbClr>
              </a:solidFill>
              <a:ln w="12700">
                <a:solidFill>
                  <a:srgbClr val="F2F2F2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50"/>
              </a:p>
            </p:txBody>
          </p: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2110039E-0E5E-8CFF-8B86-65B247B2631D}"/>
              </a:ext>
            </a:extLst>
          </p:cNvPr>
          <p:cNvGrpSpPr/>
          <p:nvPr/>
        </p:nvGrpSpPr>
        <p:grpSpPr>
          <a:xfrm>
            <a:off x="413962" y="368497"/>
            <a:ext cx="2080932" cy="510359"/>
            <a:chOff x="607259" y="368497"/>
            <a:chExt cx="2080932" cy="51035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2123950-6E22-5567-0777-FE81883C4CE2}"/>
                </a:ext>
              </a:extLst>
            </p:cNvPr>
            <p:cNvGrpSpPr/>
            <p:nvPr/>
          </p:nvGrpSpPr>
          <p:grpSpPr>
            <a:xfrm>
              <a:off x="607259" y="368497"/>
              <a:ext cx="2080932" cy="510359"/>
              <a:chOff x="387724" y="268470"/>
              <a:chExt cx="2057399" cy="504587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11480F27-656F-D514-00B0-1B1101398D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3240" r="76580"/>
              <a:stretch>
                <a:fillRect/>
              </a:stretch>
            </p:blipFill>
            <p:spPr bwMode="auto">
              <a:xfrm>
                <a:off x="387724" y="268470"/>
                <a:ext cx="481852" cy="452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2C239536-7BFB-D719-C96A-54B2FAC3DC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1" t="1" b="-10618"/>
              <a:stretch>
                <a:fillRect/>
              </a:stretch>
            </p:blipFill>
            <p:spPr bwMode="auto">
              <a:xfrm>
                <a:off x="869576" y="288393"/>
                <a:ext cx="1575547" cy="4846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2864D5A0-1273-4A50-7573-579EFC533EF2}"/>
                </a:ext>
              </a:extLst>
            </p:cNvPr>
            <p:cNvGrpSpPr/>
            <p:nvPr/>
          </p:nvGrpSpPr>
          <p:grpSpPr>
            <a:xfrm>
              <a:off x="607259" y="368497"/>
              <a:ext cx="2080932" cy="510359"/>
              <a:chOff x="387724" y="268470"/>
              <a:chExt cx="2057399" cy="504587"/>
            </a:xfrm>
          </p:grpSpPr>
          <p:pic>
            <p:nvPicPr>
              <p:cNvPr id="1039" name="Picture 2">
                <a:extLst>
                  <a:ext uri="{FF2B5EF4-FFF2-40B4-BE49-F238E27FC236}">
                    <a16:creationId xmlns:a16="http://schemas.microsoft.com/office/drawing/2014/main" id="{57AD05AA-86EB-DD90-FBEB-E7DB0F83CE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3240" r="76580"/>
              <a:stretch>
                <a:fillRect/>
              </a:stretch>
            </p:blipFill>
            <p:spPr bwMode="auto">
              <a:xfrm>
                <a:off x="387724" y="268470"/>
                <a:ext cx="481852" cy="452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0" name="Picture 2">
                <a:extLst>
                  <a:ext uri="{FF2B5EF4-FFF2-40B4-BE49-F238E27FC236}">
                    <a16:creationId xmlns:a16="http://schemas.microsoft.com/office/drawing/2014/main" id="{0D4D79F6-C739-B9F9-1A59-21E014B96D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421" t="1" b="-10618"/>
              <a:stretch>
                <a:fillRect/>
              </a:stretch>
            </p:blipFill>
            <p:spPr bwMode="auto">
              <a:xfrm>
                <a:off x="869576" y="288393"/>
                <a:ext cx="1575547" cy="4846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5492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1413</TotalTime>
  <Words>3</Words>
  <Application>Microsoft Office PowerPoint</Application>
  <PresentationFormat>Custom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Gary Carpenter</dc:creator>
  <cp:lastModifiedBy>Gary Carpenter</cp:lastModifiedBy>
  <cp:revision>7</cp:revision>
  <dcterms:created xsi:type="dcterms:W3CDTF">2026-03-07T22:30:06Z</dcterms:created>
  <dcterms:modified xsi:type="dcterms:W3CDTF">2026-03-13T15:03:05Z</dcterms:modified>
</cp:coreProperties>
</file>