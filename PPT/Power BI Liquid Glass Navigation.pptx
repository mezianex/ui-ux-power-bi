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72" r:id="rId2"/>
    <p:sldId id="270" r:id="rId3"/>
    <p:sldId id="271" r:id="rId4"/>
  </p:sldIdLst>
  <p:sldSz cx="18288000" cy="10287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6D1132"/>
    <a:srgbClr val="BE1D55"/>
    <a:srgbClr val="FF6600"/>
    <a:srgbClr val="FEDD8C"/>
    <a:srgbClr val="F2F2F2"/>
    <a:srgbClr val="1869FB"/>
    <a:srgbClr val="FAFAFA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3152" autoAdjust="0"/>
  </p:normalViewPr>
  <p:slideViewPr>
    <p:cSldViewPr snapToGrid="0">
      <p:cViewPr varScale="1">
        <p:scale>
          <a:sx n="40" d="100"/>
          <a:sy n="40" d="100"/>
        </p:scale>
        <p:origin x="4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5B6E60-8AF3-476B-9EA3-D493D2A81E18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A6753F-8D9A-4FE8-A4AA-5019ECD3157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0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6753F-8D9A-4FE8-A4AA-5019ECD315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83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25189-9AD7-2B83-E73E-835F7F257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1A24BE-037E-4DF5-5B7C-8644052B3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524365-6AC9-E964-CC51-BF3D9C64A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8C4B9-0D5F-10A4-6524-29373C484D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6753F-8D9A-4FE8-A4AA-5019ECD315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166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6BA22-BCB7-568C-A432-8ACC49D25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8FF6E5-E5E5-C899-8511-EA911E4ADD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D0724-E07F-452D-1481-E0ACF3279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328BE-7B6C-B10E-ACB0-C2B477CDE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6753F-8D9A-4FE8-A4AA-5019ECD3157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01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42E7-902C-486D-A1BA-B4C482CE0D7E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37B7-4990-449D-8B6A-22A46B5E2E5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707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42E7-902C-486D-A1BA-B4C482CE0D7E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37B7-4990-449D-8B6A-22A46B5E2E5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288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42E7-902C-486D-A1BA-B4C482CE0D7E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37B7-4990-449D-8B6A-22A46B5E2E5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352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42E7-902C-486D-A1BA-B4C482CE0D7E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37B7-4990-449D-8B6A-22A46B5E2E5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64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42E7-902C-486D-A1BA-B4C482CE0D7E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37B7-4990-449D-8B6A-22A46B5E2E5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26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42E7-902C-486D-A1BA-B4C482CE0D7E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37B7-4990-449D-8B6A-22A46B5E2E5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216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42E7-902C-486D-A1BA-B4C482CE0D7E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37B7-4990-449D-8B6A-22A46B5E2E5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653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42E7-902C-486D-A1BA-B4C482CE0D7E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37B7-4990-449D-8B6A-22A46B5E2E5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196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42E7-902C-486D-A1BA-B4C482CE0D7E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37B7-4990-449D-8B6A-22A46B5E2E5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22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42E7-902C-486D-A1BA-B4C482CE0D7E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37B7-4990-449D-8B6A-22A46B5E2E5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181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42E7-902C-486D-A1BA-B4C482CE0D7E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37B7-4990-449D-8B6A-22A46B5E2E5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491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042E7-902C-486D-A1BA-B4C482CE0D7E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D37B7-4990-449D-8B6A-22A46B5E2E5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3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0"/>
              </a:schemeClr>
            </a:gs>
            <a:gs pos="74000">
              <a:schemeClr val="accent5">
                <a:lumMod val="75000"/>
              </a:schemeClr>
            </a:gs>
            <a:gs pos="83000">
              <a:schemeClr val="accent5">
                <a:lumMod val="75000"/>
              </a:schemeClr>
            </a:gs>
            <a:gs pos="100000">
              <a:schemeClr val="accent5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e 32">
            <a:extLst>
              <a:ext uri="{FF2B5EF4-FFF2-40B4-BE49-F238E27FC236}">
                <a16:creationId xmlns:a16="http://schemas.microsoft.com/office/drawing/2014/main" id="{D8E43CA4-B082-AC4D-8025-1313B4794432}"/>
              </a:ext>
            </a:extLst>
          </p:cNvPr>
          <p:cNvGrpSpPr/>
          <p:nvPr/>
        </p:nvGrpSpPr>
        <p:grpSpPr>
          <a:xfrm>
            <a:off x="797019" y="1465550"/>
            <a:ext cx="648000" cy="648000"/>
            <a:chOff x="3845019" y="2437100"/>
            <a:chExt cx="648000" cy="648000"/>
          </a:xfrm>
        </p:grpSpPr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434CE67B-281D-231A-8732-8190E5946A64}"/>
                </a:ext>
              </a:extLst>
            </p:cNvPr>
            <p:cNvSpPr/>
            <p:nvPr/>
          </p:nvSpPr>
          <p:spPr>
            <a:xfrm>
              <a:off x="3845019" y="2437100"/>
              <a:ext cx="648000" cy="648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" name="Graphic 3">
              <a:extLst>
                <a:ext uri="{FF2B5EF4-FFF2-40B4-BE49-F238E27FC236}">
                  <a16:creationId xmlns:a16="http://schemas.microsoft.com/office/drawing/2014/main" id="{3FA34529-A6CE-7226-FCC7-076844116A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88044" y="2580125"/>
              <a:ext cx="361950" cy="361950"/>
            </a:xfrm>
            <a:prstGeom prst="rect">
              <a:avLst/>
            </a:prstGeom>
          </p:spPr>
        </p:pic>
      </p:grp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2247EC61-5AE0-3652-8298-1BE727CEBE7B}"/>
              </a:ext>
            </a:extLst>
          </p:cNvPr>
          <p:cNvGrpSpPr/>
          <p:nvPr/>
        </p:nvGrpSpPr>
        <p:grpSpPr>
          <a:xfrm>
            <a:off x="797019" y="2698061"/>
            <a:ext cx="648000" cy="648000"/>
            <a:chOff x="3921219" y="3669611"/>
            <a:chExt cx="648000" cy="648000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65942539-AE0B-E4F2-20BF-3903A3C88B52}"/>
                </a:ext>
              </a:extLst>
            </p:cNvPr>
            <p:cNvSpPr/>
            <p:nvPr/>
          </p:nvSpPr>
          <p:spPr>
            <a:xfrm>
              <a:off x="3921219" y="3669611"/>
              <a:ext cx="648000" cy="648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5" name="Graphic 7">
              <a:extLst>
                <a:ext uri="{FF2B5EF4-FFF2-40B4-BE49-F238E27FC236}">
                  <a16:creationId xmlns:a16="http://schemas.microsoft.com/office/drawing/2014/main" id="{C0A53E9B-37DB-5FEE-ACC2-98E872EFC0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064244" y="3812636"/>
              <a:ext cx="361950" cy="361950"/>
            </a:xfrm>
            <a:prstGeom prst="rect">
              <a:avLst/>
            </a:prstGeom>
          </p:spPr>
        </p:pic>
      </p:grp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0EEA2DD4-9465-9094-694F-042D0A304FBD}"/>
              </a:ext>
            </a:extLst>
          </p:cNvPr>
          <p:cNvGrpSpPr/>
          <p:nvPr/>
        </p:nvGrpSpPr>
        <p:grpSpPr>
          <a:xfrm>
            <a:off x="797019" y="3842774"/>
            <a:ext cx="648000" cy="648000"/>
            <a:chOff x="3924520" y="4814324"/>
            <a:chExt cx="648000" cy="648000"/>
          </a:xfrm>
        </p:grpSpPr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6C7A6C84-E7EF-C247-FB88-6F087743ABE5}"/>
                </a:ext>
              </a:extLst>
            </p:cNvPr>
            <p:cNvSpPr/>
            <p:nvPr/>
          </p:nvSpPr>
          <p:spPr>
            <a:xfrm>
              <a:off x="3924520" y="4814324"/>
              <a:ext cx="648000" cy="648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6" name="Graphic 9">
              <a:extLst>
                <a:ext uri="{FF2B5EF4-FFF2-40B4-BE49-F238E27FC236}">
                  <a16:creationId xmlns:a16="http://schemas.microsoft.com/office/drawing/2014/main" id="{8DFD5019-CE3D-15BA-A4D7-1E10AFD93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067545" y="4957349"/>
              <a:ext cx="361950" cy="361950"/>
            </a:xfrm>
            <a:prstGeom prst="rect">
              <a:avLst/>
            </a:prstGeom>
          </p:spPr>
        </p:pic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EC721B45-7D30-5C82-568F-879D106FE8CD}"/>
              </a:ext>
            </a:extLst>
          </p:cNvPr>
          <p:cNvGrpSpPr/>
          <p:nvPr/>
        </p:nvGrpSpPr>
        <p:grpSpPr>
          <a:xfrm>
            <a:off x="797019" y="6019164"/>
            <a:ext cx="648000" cy="648000"/>
            <a:chOff x="3921219" y="6990714"/>
            <a:chExt cx="648000" cy="648000"/>
          </a:xfrm>
        </p:grpSpPr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832F7819-DEEA-CE5F-BB30-B0F71284E5A0}"/>
                </a:ext>
              </a:extLst>
            </p:cNvPr>
            <p:cNvSpPr/>
            <p:nvPr/>
          </p:nvSpPr>
          <p:spPr>
            <a:xfrm>
              <a:off x="3921219" y="6990714"/>
              <a:ext cx="648000" cy="648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7" name="Graphic 13">
              <a:extLst>
                <a:ext uri="{FF2B5EF4-FFF2-40B4-BE49-F238E27FC236}">
                  <a16:creationId xmlns:a16="http://schemas.microsoft.com/office/drawing/2014/main" id="{5C12C1F9-8D7B-189A-6BD7-74714F526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064244" y="7133739"/>
              <a:ext cx="361950" cy="361950"/>
            </a:xfrm>
            <a:prstGeom prst="rect">
              <a:avLst/>
            </a:prstGeom>
          </p:spPr>
        </p:pic>
      </p:grp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54AEBC72-41DE-16C2-1E26-F97263639919}"/>
              </a:ext>
            </a:extLst>
          </p:cNvPr>
          <p:cNvGrpSpPr/>
          <p:nvPr/>
        </p:nvGrpSpPr>
        <p:grpSpPr>
          <a:xfrm>
            <a:off x="797019" y="4956175"/>
            <a:ext cx="648000" cy="648000"/>
            <a:chOff x="3921219" y="5927725"/>
            <a:chExt cx="648000" cy="648000"/>
          </a:xfrm>
        </p:grpSpPr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C7A55324-C819-EA3B-A610-F0AD8711B37B}"/>
                </a:ext>
              </a:extLst>
            </p:cNvPr>
            <p:cNvSpPr/>
            <p:nvPr/>
          </p:nvSpPr>
          <p:spPr>
            <a:xfrm>
              <a:off x="3921219" y="5927725"/>
              <a:ext cx="648000" cy="648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9" name="Graphic 22">
              <a:extLst>
                <a:ext uri="{FF2B5EF4-FFF2-40B4-BE49-F238E27FC236}">
                  <a16:creationId xmlns:a16="http://schemas.microsoft.com/office/drawing/2014/main" id="{5C21DF70-3CED-2DC0-CAF2-AD38F2FBC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064244" y="6070750"/>
              <a:ext cx="361950" cy="361950"/>
            </a:xfrm>
            <a:prstGeom prst="rect">
              <a:avLst/>
            </a:prstGeom>
          </p:spPr>
        </p:pic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179D9B9C-0584-1397-B7A8-7EF73234D9E6}"/>
              </a:ext>
            </a:extLst>
          </p:cNvPr>
          <p:cNvGrpSpPr/>
          <p:nvPr/>
        </p:nvGrpSpPr>
        <p:grpSpPr>
          <a:xfrm>
            <a:off x="2087643" y="1506290"/>
            <a:ext cx="648000" cy="648000"/>
            <a:chOff x="7087359" y="2497232"/>
            <a:chExt cx="648000" cy="648000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710DDB1C-4B17-774E-AD18-C206C11E4811}"/>
                </a:ext>
              </a:extLst>
            </p:cNvPr>
            <p:cNvSpPr/>
            <p:nvPr/>
          </p:nvSpPr>
          <p:spPr>
            <a:xfrm>
              <a:off x="7087359" y="2497232"/>
              <a:ext cx="648000" cy="648000"/>
            </a:xfrm>
            <a:prstGeom prst="ellipse">
              <a:avLst/>
            </a:prstGeom>
            <a:solidFill>
              <a:srgbClr val="FFFFFF">
                <a:alpha val="40000"/>
              </a:srgbClr>
            </a:solidFill>
            <a:ln>
              <a:solidFill>
                <a:srgbClr val="FFFFFF"/>
              </a:solidFill>
            </a:ln>
            <a:scene3d>
              <a:camera prst="orthographicFront"/>
              <a:lightRig rig="threePt" dir="t"/>
            </a:scene3d>
            <a:sp3d prstMaterial="translucentPowder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11" name="Graphic 3">
              <a:extLst>
                <a:ext uri="{FF2B5EF4-FFF2-40B4-BE49-F238E27FC236}">
                  <a16:creationId xmlns:a16="http://schemas.microsoft.com/office/drawing/2014/main" id="{69797803-3643-C7D0-4058-BB78071B4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230384" y="2640257"/>
              <a:ext cx="361950" cy="361950"/>
            </a:xfrm>
            <a:prstGeom prst="rect">
              <a:avLst/>
            </a:prstGeom>
          </p:spPr>
        </p:pic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80BE44A5-E4B3-D946-7C42-7D62CCE7188A}"/>
              </a:ext>
            </a:extLst>
          </p:cNvPr>
          <p:cNvGrpSpPr/>
          <p:nvPr/>
        </p:nvGrpSpPr>
        <p:grpSpPr>
          <a:xfrm>
            <a:off x="2096259" y="2720751"/>
            <a:ext cx="648000" cy="648000"/>
            <a:chOff x="7163559" y="3729743"/>
            <a:chExt cx="648000" cy="648000"/>
          </a:xfrm>
        </p:grpSpPr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1F81EF69-2A88-9CF3-9742-4F5EE16A2A6D}"/>
                </a:ext>
              </a:extLst>
            </p:cNvPr>
            <p:cNvSpPr/>
            <p:nvPr/>
          </p:nvSpPr>
          <p:spPr>
            <a:xfrm>
              <a:off x="7163559" y="3729743"/>
              <a:ext cx="648000" cy="648000"/>
            </a:xfrm>
            <a:prstGeom prst="ellipse">
              <a:avLst/>
            </a:prstGeom>
            <a:solidFill>
              <a:srgbClr val="FFFFFF">
                <a:alpha val="40000"/>
              </a:srgbClr>
            </a:solidFill>
            <a:ln>
              <a:solidFill>
                <a:srgbClr val="FFFFFF"/>
              </a:solidFill>
            </a:ln>
            <a:scene3d>
              <a:camera prst="orthographicFront"/>
              <a:lightRig rig="threePt" dir="t"/>
            </a:scene3d>
            <a:sp3d prstMaterial="translucentPowder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2" name="Graphic 7">
              <a:extLst>
                <a:ext uri="{FF2B5EF4-FFF2-40B4-BE49-F238E27FC236}">
                  <a16:creationId xmlns:a16="http://schemas.microsoft.com/office/drawing/2014/main" id="{52ADE677-3676-91F5-9E5A-4E565DD60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306584" y="3872768"/>
              <a:ext cx="361950" cy="361950"/>
            </a:xfrm>
            <a:prstGeom prst="rect">
              <a:avLst/>
            </a:prstGeom>
          </p:spPr>
        </p:pic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B1D4F7C9-AC38-5EFF-02AC-EF441D425CA5}"/>
              </a:ext>
            </a:extLst>
          </p:cNvPr>
          <p:cNvGrpSpPr/>
          <p:nvPr/>
        </p:nvGrpSpPr>
        <p:grpSpPr>
          <a:xfrm>
            <a:off x="2099560" y="3865464"/>
            <a:ext cx="648000" cy="648000"/>
            <a:chOff x="7166860" y="4874456"/>
            <a:chExt cx="648000" cy="648000"/>
          </a:xfrm>
        </p:grpSpPr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C9E5F2B2-E8C5-8D9B-8288-C57158331E9B}"/>
                </a:ext>
              </a:extLst>
            </p:cNvPr>
            <p:cNvSpPr/>
            <p:nvPr/>
          </p:nvSpPr>
          <p:spPr>
            <a:xfrm>
              <a:off x="7166860" y="4874456"/>
              <a:ext cx="648000" cy="648000"/>
            </a:xfrm>
            <a:prstGeom prst="ellipse">
              <a:avLst/>
            </a:prstGeom>
            <a:solidFill>
              <a:srgbClr val="FFFFFF">
                <a:alpha val="40000"/>
              </a:srgbClr>
            </a:solidFill>
            <a:ln>
              <a:solidFill>
                <a:srgbClr val="FFFFFF"/>
              </a:solidFill>
            </a:ln>
            <a:scene3d>
              <a:camera prst="orthographicFront"/>
              <a:lightRig rig="threePt" dir="t"/>
            </a:scene3d>
            <a:sp3d prstMaterial="translucentPowder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3" name="Graphic 9">
              <a:extLst>
                <a:ext uri="{FF2B5EF4-FFF2-40B4-BE49-F238E27FC236}">
                  <a16:creationId xmlns:a16="http://schemas.microsoft.com/office/drawing/2014/main" id="{11DA6375-991B-79AE-B3DA-543FFDF274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309885" y="5017481"/>
              <a:ext cx="361950" cy="361950"/>
            </a:xfrm>
            <a:prstGeom prst="rect">
              <a:avLst/>
            </a:prstGeom>
          </p:spPr>
        </p:pic>
      </p:grp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7AA8EA13-BEA7-E8A6-62DE-CD31434738B3}"/>
              </a:ext>
            </a:extLst>
          </p:cNvPr>
          <p:cNvGrpSpPr/>
          <p:nvPr/>
        </p:nvGrpSpPr>
        <p:grpSpPr>
          <a:xfrm>
            <a:off x="2078118" y="5971053"/>
            <a:ext cx="648000" cy="648000"/>
            <a:chOff x="7163559" y="7028156"/>
            <a:chExt cx="648000" cy="648000"/>
          </a:xfrm>
        </p:grpSpPr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6B057924-155B-41FC-4BA6-5945A3873E6C}"/>
                </a:ext>
              </a:extLst>
            </p:cNvPr>
            <p:cNvSpPr/>
            <p:nvPr/>
          </p:nvSpPr>
          <p:spPr>
            <a:xfrm>
              <a:off x="7163559" y="7028156"/>
              <a:ext cx="648000" cy="648000"/>
            </a:xfrm>
            <a:prstGeom prst="ellipse">
              <a:avLst/>
            </a:prstGeom>
            <a:solidFill>
              <a:srgbClr val="FFFFFF">
                <a:alpha val="40000"/>
              </a:srgbClr>
            </a:solidFill>
            <a:ln>
              <a:solidFill>
                <a:srgbClr val="FFFFFF"/>
              </a:solidFill>
            </a:ln>
            <a:scene3d>
              <a:camera prst="orthographicFront"/>
              <a:lightRig rig="threePt" dir="t"/>
            </a:scene3d>
            <a:sp3d prstMaterial="translucentPowder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5" name="Graphic 13">
              <a:extLst>
                <a:ext uri="{FF2B5EF4-FFF2-40B4-BE49-F238E27FC236}">
                  <a16:creationId xmlns:a16="http://schemas.microsoft.com/office/drawing/2014/main" id="{159449C2-B447-52B4-9871-2973A0A58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306584" y="7171181"/>
              <a:ext cx="361950" cy="361950"/>
            </a:xfrm>
            <a:prstGeom prst="rect">
              <a:avLst/>
            </a:prstGeom>
          </p:spPr>
        </p:pic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A3A97570-32D0-9DDA-4623-B9B763339B47}"/>
              </a:ext>
            </a:extLst>
          </p:cNvPr>
          <p:cNvGrpSpPr/>
          <p:nvPr/>
        </p:nvGrpSpPr>
        <p:grpSpPr>
          <a:xfrm>
            <a:off x="2096259" y="4903851"/>
            <a:ext cx="648000" cy="648000"/>
            <a:chOff x="7163559" y="5912843"/>
            <a:chExt cx="648000" cy="648000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BE6FD6BF-43DE-460E-78FD-4F1815F7C930}"/>
                </a:ext>
              </a:extLst>
            </p:cNvPr>
            <p:cNvSpPr/>
            <p:nvPr/>
          </p:nvSpPr>
          <p:spPr>
            <a:xfrm>
              <a:off x="7163559" y="5912843"/>
              <a:ext cx="648000" cy="648000"/>
            </a:xfrm>
            <a:prstGeom prst="ellipse">
              <a:avLst/>
            </a:prstGeom>
            <a:solidFill>
              <a:srgbClr val="FFFFFF">
                <a:alpha val="40000"/>
              </a:srgbClr>
            </a:solidFill>
            <a:ln>
              <a:solidFill>
                <a:srgbClr val="FFFFFF"/>
              </a:solidFill>
            </a:ln>
            <a:scene3d>
              <a:camera prst="orthographicFront"/>
              <a:lightRig rig="threePt" dir="t"/>
            </a:scene3d>
            <a:sp3d prstMaterial="translucentPowder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6" name="Graphic 22">
              <a:extLst>
                <a:ext uri="{FF2B5EF4-FFF2-40B4-BE49-F238E27FC236}">
                  <a16:creationId xmlns:a16="http://schemas.microsoft.com/office/drawing/2014/main" id="{A85FF98A-E717-EC97-4ECA-30E57474F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7306584" y="6055868"/>
              <a:ext cx="361950" cy="3619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31550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3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D906BB-074E-03E4-AFF4-84B877835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69AA60A8-0D9D-D1FB-A137-6A94C757C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02" b="24490"/>
          <a:stretch>
            <a:fillRect/>
          </a:stretch>
        </p:blipFill>
        <p:spPr>
          <a:xfrm flipH="1">
            <a:off x="0" y="0"/>
            <a:ext cx="18288000" cy="45272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C19519F-0AC7-763F-C3B3-6AB72512B2D7}"/>
              </a:ext>
            </a:extLst>
          </p:cNvPr>
          <p:cNvSpPr/>
          <p:nvPr/>
        </p:nvSpPr>
        <p:spPr>
          <a:xfrm>
            <a:off x="0" y="0"/>
            <a:ext cx="18288000" cy="2683255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 dirty="0"/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D5714202-0B42-6E98-355A-9C975D473F8B}"/>
              </a:ext>
            </a:extLst>
          </p:cNvPr>
          <p:cNvSpPr/>
          <p:nvPr/>
        </p:nvSpPr>
        <p:spPr>
          <a:xfrm>
            <a:off x="0" y="2675301"/>
            <a:ext cx="18288000" cy="7611699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B596E445-55F6-EFE0-D84B-E31C78C54AA4}"/>
              </a:ext>
            </a:extLst>
          </p:cNvPr>
          <p:cNvGrpSpPr/>
          <p:nvPr/>
        </p:nvGrpSpPr>
        <p:grpSpPr>
          <a:xfrm>
            <a:off x="332317" y="2080779"/>
            <a:ext cx="17623367" cy="7905621"/>
            <a:chOff x="241884" y="1385180"/>
            <a:chExt cx="11748911" cy="5227155"/>
          </a:xfrm>
        </p:grpSpPr>
        <p:grpSp>
          <p:nvGrpSpPr>
            <p:cNvPr id="1030" name="Group 1029">
              <a:extLst>
                <a:ext uri="{FF2B5EF4-FFF2-40B4-BE49-F238E27FC236}">
                  <a16:creationId xmlns:a16="http://schemas.microsoft.com/office/drawing/2014/main" id="{86DF40F3-052B-CDE3-F7C7-8ADC67F7A2FC}"/>
                </a:ext>
              </a:extLst>
            </p:cNvPr>
            <p:cNvGrpSpPr/>
            <p:nvPr/>
          </p:nvGrpSpPr>
          <p:grpSpPr>
            <a:xfrm>
              <a:off x="241884" y="1385180"/>
              <a:ext cx="3777941" cy="5227155"/>
              <a:chOff x="404838" y="1385180"/>
              <a:chExt cx="3777941" cy="5227155"/>
            </a:xfrm>
          </p:grpSpPr>
          <p:sp>
            <p:nvSpPr>
              <p:cNvPr id="1028" name="Rectangle: Top Corners Rounded 1027">
                <a:extLst>
                  <a:ext uri="{FF2B5EF4-FFF2-40B4-BE49-F238E27FC236}">
                    <a16:creationId xmlns:a16="http://schemas.microsoft.com/office/drawing/2014/main" id="{378393FC-4E7D-79CE-8DE8-EC39DC1D6B54}"/>
                  </a:ext>
                </a:extLst>
              </p:cNvPr>
              <p:cNvSpPr/>
              <p:nvPr/>
            </p:nvSpPr>
            <p:spPr>
              <a:xfrm rot="10800000">
                <a:off x="404839" y="1783534"/>
                <a:ext cx="3777940" cy="4828801"/>
              </a:xfrm>
              <a:prstGeom prst="round2SameRect">
                <a:avLst>
                  <a:gd name="adj1" fmla="val 3487"/>
                  <a:gd name="adj2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50"/>
              </a:p>
            </p:txBody>
          </p:sp>
          <p:sp>
            <p:nvSpPr>
              <p:cNvPr id="1029" name="Rectangle: Top Corners Rounded 1028">
                <a:extLst>
                  <a:ext uri="{FF2B5EF4-FFF2-40B4-BE49-F238E27FC236}">
                    <a16:creationId xmlns:a16="http://schemas.microsoft.com/office/drawing/2014/main" id="{CC46BA55-E170-B2D3-E918-5C205715B72C}"/>
                  </a:ext>
                </a:extLst>
              </p:cNvPr>
              <p:cNvSpPr/>
              <p:nvPr/>
            </p:nvSpPr>
            <p:spPr>
              <a:xfrm>
                <a:off x="404838" y="1385180"/>
                <a:ext cx="3777940" cy="399659"/>
              </a:xfrm>
              <a:prstGeom prst="round2SameRect">
                <a:avLst/>
              </a:prstGeom>
              <a:solidFill>
                <a:srgbClr val="FFFFFF">
                  <a:alpha val="30196"/>
                </a:srgbClr>
              </a:solidFill>
              <a:ln w="12700">
                <a:solidFill>
                  <a:srgbClr val="F2F2F2">
                    <a:alpha val="50196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50"/>
              </a:p>
            </p:txBody>
          </p:sp>
        </p:grpSp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B3CD3BCF-EAA4-D769-1A67-9F2549723D25}"/>
                </a:ext>
              </a:extLst>
            </p:cNvPr>
            <p:cNvGrpSpPr/>
            <p:nvPr/>
          </p:nvGrpSpPr>
          <p:grpSpPr>
            <a:xfrm>
              <a:off x="4227369" y="1385180"/>
              <a:ext cx="3777941" cy="5227155"/>
              <a:chOff x="404838" y="1385180"/>
              <a:chExt cx="3777941" cy="5227155"/>
            </a:xfrm>
          </p:grpSpPr>
          <p:sp>
            <p:nvSpPr>
              <p:cNvPr id="1032" name="Rectangle: Top Corners Rounded 1031">
                <a:extLst>
                  <a:ext uri="{FF2B5EF4-FFF2-40B4-BE49-F238E27FC236}">
                    <a16:creationId xmlns:a16="http://schemas.microsoft.com/office/drawing/2014/main" id="{C83529AA-CD32-421D-2C3E-52FF2B6010C5}"/>
                  </a:ext>
                </a:extLst>
              </p:cNvPr>
              <p:cNvSpPr/>
              <p:nvPr/>
            </p:nvSpPr>
            <p:spPr>
              <a:xfrm rot="10800000">
                <a:off x="404839" y="1783534"/>
                <a:ext cx="3777940" cy="4828801"/>
              </a:xfrm>
              <a:prstGeom prst="round2SameRect">
                <a:avLst>
                  <a:gd name="adj1" fmla="val 3487"/>
                  <a:gd name="adj2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50"/>
              </a:p>
            </p:txBody>
          </p:sp>
          <p:sp>
            <p:nvSpPr>
              <p:cNvPr id="1033" name="Rectangle: Top Corners Rounded 1032">
                <a:extLst>
                  <a:ext uri="{FF2B5EF4-FFF2-40B4-BE49-F238E27FC236}">
                    <a16:creationId xmlns:a16="http://schemas.microsoft.com/office/drawing/2014/main" id="{61F931AA-4826-D129-A378-45B75A4236FA}"/>
                  </a:ext>
                </a:extLst>
              </p:cNvPr>
              <p:cNvSpPr/>
              <p:nvPr/>
            </p:nvSpPr>
            <p:spPr>
              <a:xfrm>
                <a:off x="404838" y="1385180"/>
                <a:ext cx="3777940" cy="399659"/>
              </a:xfrm>
              <a:prstGeom prst="round2SameRect">
                <a:avLst/>
              </a:prstGeom>
              <a:solidFill>
                <a:srgbClr val="FFFFFF">
                  <a:alpha val="30196"/>
                </a:srgbClr>
              </a:solidFill>
              <a:ln w="12700">
                <a:solidFill>
                  <a:srgbClr val="F2F2F2">
                    <a:alpha val="50196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50"/>
              </a:p>
            </p:txBody>
          </p:sp>
        </p:grp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833FEB90-8AB7-B4CD-BE75-278F0E27D3BE}"/>
                </a:ext>
              </a:extLst>
            </p:cNvPr>
            <p:cNvGrpSpPr/>
            <p:nvPr/>
          </p:nvGrpSpPr>
          <p:grpSpPr>
            <a:xfrm>
              <a:off x="8212854" y="1385180"/>
              <a:ext cx="3777941" cy="5227155"/>
              <a:chOff x="404838" y="1385180"/>
              <a:chExt cx="3777941" cy="5227155"/>
            </a:xfrm>
          </p:grpSpPr>
          <p:sp>
            <p:nvSpPr>
              <p:cNvPr id="1035" name="Rectangle: Top Corners Rounded 1034">
                <a:extLst>
                  <a:ext uri="{FF2B5EF4-FFF2-40B4-BE49-F238E27FC236}">
                    <a16:creationId xmlns:a16="http://schemas.microsoft.com/office/drawing/2014/main" id="{9CA705ED-3AD0-B4B9-D544-7A892EFE33B3}"/>
                  </a:ext>
                </a:extLst>
              </p:cNvPr>
              <p:cNvSpPr/>
              <p:nvPr/>
            </p:nvSpPr>
            <p:spPr>
              <a:xfrm rot="10800000">
                <a:off x="404839" y="1783534"/>
                <a:ext cx="3777940" cy="4828801"/>
              </a:xfrm>
              <a:prstGeom prst="round2SameRect">
                <a:avLst>
                  <a:gd name="adj1" fmla="val 3487"/>
                  <a:gd name="adj2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50"/>
              </a:p>
            </p:txBody>
          </p:sp>
          <p:sp>
            <p:nvSpPr>
              <p:cNvPr id="1036" name="Rectangle: Top Corners Rounded 1035">
                <a:extLst>
                  <a:ext uri="{FF2B5EF4-FFF2-40B4-BE49-F238E27FC236}">
                    <a16:creationId xmlns:a16="http://schemas.microsoft.com/office/drawing/2014/main" id="{37F7F373-254D-C686-52D3-0D66B871FD35}"/>
                  </a:ext>
                </a:extLst>
              </p:cNvPr>
              <p:cNvSpPr/>
              <p:nvPr/>
            </p:nvSpPr>
            <p:spPr>
              <a:xfrm>
                <a:off x="404838" y="1385180"/>
                <a:ext cx="3777940" cy="399659"/>
              </a:xfrm>
              <a:prstGeom prst="round2SameRect">
                <a:avLst/>
              </a:prstGeom>
              <a:solidFill>
                <a:srgbClr val="FFFFFF">
                  <a:alpha val="30196"/>
                </a:srgbClr>
              </a:solidFill>
              <a:ln w="12700">
                <a:solidFill>
                  <a:srgbClr val="F2F2F2">
                    <a:alpha val="50196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50"/>
              </a:p>
            </p:txBody>
          </p:sp>
        </p:grp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28E81312-AA14-FB69-7081-A54A0EB5A6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17" y="343650"/>
            <a:ext cx="2295525" cy="54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294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3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33EA75-0E26-61D7-1E5F-77C80614B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707146-FA5A-25C0-03AE-0541C2971F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27" t="41937" r="19358" b="26813"/>
          <a:stretch>
            <a:fillRect/>
          </a:stretch>
        </p:blipFill>
        <p:spPr>
          <a:xfrm>
            <a:off x="0" y="0"/>
            <a:ext cx="18288000" cy="65785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10212DC-5B20-0F06-633F-9C5255F5276B}"/>
              </a:ext>
            </a:extLst>
          </p:cNvPr>
          <p:cNvSpPr/>
          <p:nvPr/>
        </p:nvSpPr>
        <p:spPr>
          <a:xfrm>
            <a:off x="0" y="0"/>
            <a:ext cx="18288000" cy="5143500"/>
          </a:xfrm>
          <a:prstGeom prst="rect">
            <a:avLst/>
          </a:prstGeom>
          <a:solidFill>
            <a:srgbClr val="00206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 dirty="0"/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6CCFF214-99D3-15EA-79CB-6660D2D42E2A}"/>
              </a:ext>
            </a:extLst>
          </p:cNvPr>
          <p:cNvSpPr/>
          <p:nvPr/>
        </p:nvSpPr>
        <p:spPr>
          <a:xfrm>
            <a:off x="0" y="2675301"/>
            <a:ext cx="18288000" cy="7611699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024FBBA5-2146-4912-DC03-A4F46793B403}"/>
              </a:ext>
            </a:extLst>
          </p:cNvPr>
          <p:cNvGrpSpPr/>
          <p:nvPr/>
        </p:nvGrpSpPr>
        <p:grpSpPr>
          <a:xfrm>
            <a:off x="332317" y="2080779"/>
            <a:ext cx="17623367" cy="7905621"/>
            <a:chOff x="241884" y="1385180"/>
            <a:chExt cx="11748911" cy="5227155"/>
          </a:xfrm>
        </p:grpSpPr>
        <p:grpSp>
          <p:nvGrpSpPr>
            <p:cNvPr id="1030" name="Group 1029">
              <a:extLst>
                <a:ext uri="{FF2B5EF4-FFF2-40B4-BE49-F238E27FC236}">
                  <a16:creationId xmlns:a16="http://schemas.microsoft.com/office/drawing/2014/main" id="{EC158FF1-C2FF-4DF6-0A5B-ABC23C0EAF60}"/>
                </a:ext>
              </a:extLst>
            </p:cNvPr>
            <p:cNvGrpSpPr/>
            <p:nvPr/>
          </p:nvGrpSpPr>
          <p:grpSpPr>
            <a:xfrm>
              <a:off x="241884" y="1385180"/>
              <a:ext cx="3777941" cy="5227155"/>
              <a:chOff x="404838" y="1385180"/>
              <a:chExt cx="3777941" cy="5227155"/>
            </a:xfrm>
          </p:grpSpPr>
          <p:sp>
            <p:nvSpPr>
              <p:cNvPr id="1028" name="Rectangle: Top Corners Rounded 1027">
                <a:extLst>
                  <a:ext uri="{FF2B5EF4-FFF2-40B4-BE49-F238E27FC236}">
                    <a16:creationId xmlns:a16="http://schemas.microsoft.com/office/drawing/2014/main" id="{81040221-A21C-205E-A6B6-40BDF0A53742}"/>
                  </a:ext>
                </a:extLst>
              </p:cNvPr>
              <p:cNvSpPr/>
              <p:nvPr/>
            </p:nvSpPr>
            <p:spPr>
              <a:xfrm rot="10800000">
                <a:off x="404839" y="1783534"/>
                <a:ext cx="3777940" cy="4828801"/>
              </a:xfrm>
              <a:prstGeom prst="round2SameRect">
                <a:avLst>
                  <a:gd name="adj1" fmla="val 3487"/>
                  <a:gd name="adj2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50"/>
              </a:p>
            </p:txBody>
          </p:sp>
          <p:sp>
            <p:nvSpPr>
              <p:cNvPr id="1029" name="Rectangle: Top Corners Rounded 1028">
                <a:extLst>
                  <a:ext uri="{FF2B5EF4-FFF2-40B4-BE49-F238E27FC236}">
                    <a16:creationId xmlns:a16="http://schemas.microsoft.com/office/drawing/2014/main" id="{0E00E19E-1839-BB57-DE8C-CEDB467CC96A}"/>
                  </a:ext>
                </a:extLst>
              </p:cNvPr>
              <p:cNvSpPr/>
              <p:nvPr/>
            </p:nvSpPr>
            <p:spPr>
              <a:xfrm>
                <a:off x="404838" y="1385180"/>
                <a:ext cx="3777940" cy="399659"/>
              </a:xfrm>
              <a:prstGeom prst="round2SameRect">
                <a:avLst/>
              </a:prstGeom>
              <a:solidFill>
                <a:srgbClr val="FFFFFF">
                  <a:alpha val="30196"/>
                </a:srgbClr>
              </a:solidFill>
              <a:ln w="12700">
                <a:solidFill>
                  <a:srgbClr val="F2F2F2">
                    <a:alpha val="50196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50"/>
              </a:p>
            </p:txBody>
          </p:sp>
        </p:grpSp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F41AD21A-B7DD-995D-7622-55FB53621E5B}"/>
                </a:ext>
              </a:extLst>
            </p:cNvPr>
            <p:cNvGrpSpPr/>
            <p:nvPr/>
          </p:nvGrpSpPr>
          <p:grpSpPr>
            <a:xfrm>
              <a:off x="4227369" y="1385180"/>
              <a:ext cx="3777941" cy="5227155"/>
              <a:chOff x="404838" y="1385180"/>
              <a:chExt cx="3777941" cy="5227155"/>
            </a:xfrm>
          </p:grpSpPr>
          <p:sp>
            <p:nvSpPr>
              <p:cNvPr id="1032" name="Rectangle: Top Corners Rounded 1031">
                <a:extLst>
                  <a:ext uri="{FF2B5EF4-FFF2-40B4-BE49-F238E27FC236}">
                    <a16:creationId xmlns:a16="http://schemas.microsoft.com/office/drawing/2014/main" id="{81323B1F-DC79-1A77-AAEA-085881C00EB9}"/>
                  </a:ext>
                </a:extLst>
              </p:cNvPr>
              <p:cNvSpPr/>
              <p:nvPr/>
            </p:nvSpPr>
            <p:spPr>
              <a:xfrm rot="10800000">
                <a:off x="404839" y="1783534"/>
                <a:ext cx="3777940" cy="4828801"/>
              </a:xfrm>
              <a:prstGeom prst="round2SameRect">
                <a:avLst>
                  <a:gd name="adj1" fmla="val 3487"/>
                  <a:gd name="adj2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50"/>
              </a:p>
            </p:txBody>
          </p:sp>
          <p:sp>
            <p:nvSpPr>
              <p:cNvPr id="1033" name="Rectangle: Top Corners Rounded 1032">
                <a:extLst>
                  <a:ext uri="{FF2B5EF4-FFF2-40B4-BE49-F238E27FC236}">
                    <a16:creationId xmlns:a16="http://schemas.microsoft.com/office/drawing/2014/main" id="{7211BBB4-7F24-CE7C-E802-AF241D871790}"/>
                  </a:ext>
                </a:extLst>
              </p:cNvPr>
              <p:cNvSpPr/>
              <p:nvPr/>
            </p:nvSpPr>
            <p:spPr>
              <a:xfrm>
                <a:off x="404838" y="1385180"/>
                <a:ext cx="3777940" cy="399659"/>
              </a:xfrm>
              <a:prstGeom prst="round2SameRect">
                <a:avLst/>
              </a:prstGeom>
              <a:solidFill>
                <a:srgbClr val="FFFFFF">
                  <a:alpha val="30196"/>
                </a:srgbClr>
              </a:solidFill>
              <a:ln w="12700">
                <a:solidFill>
                  <a:srgbClr val="F2F2F2">
                    <a:alpha val="50196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50"/>
              </a:p>
            </p:txBody>
          </p:sp>
        </p:grp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30893B62-9B75-ED67-BA3A-C7E8C8A73CB0}"/>
                </a:ext>
              </a:extLst>
            </p:cNvPr>
            <p:cNvGrpSpPr/>
            <p:nvPr/>
          </p:nvGrpSpPr>
          <p:grpSpPr>
            <a:xfrm>
              <a:off x="8212854" y="1385180"/>
              <a:ext cx="3777941" cy="5227155"/>
              <a:chOff x="404838" y="1385180"/>
              <a:chExt cx="3777941" cy="5227155"/>
            </a:xfrm>
          </p:grpSpPr>
          <p:sp>
            <p:nvSpPr>
              <p:cNvPr id="1035" name="Rectangle: Top Corners Rounded 1034">
                <a:extLst>
                  <a:ext uri="{FF2B5EF4-FFF2-40B4-BE49-F238E27FC236}">
                    <a16:creationId xmlns:a16="http://schemas.microsoft.com/office/drawing/2014/main" id="{9999E902-5282-A41C-D347-D002BC09483E}"/>
                  </a:ext>
                </a:extLst>
              </p:cNvPr>
              <p:cNvSpPr/>
              <p:nvPr/>
            </p:nvSpPr>
            <p:spPr>
              <a:xfrm rot="10800000">
                <a:off x="404839" y="1783534"/>
                <a:ext cx="3777940" cy="4828801"/>
              </a:xfrm>
              <a:prstGeom prst="round2SameRect">
                <a:avLst>
                  <a:gd name="adj1" fmla="val 3487"/>
                  <a:gd name="adj2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50"/>
              </a:p>
            </p:txBody>
          </p:sp>
          <p:sp>
            <p:nvSpPr>
              <p:cNvPr id="1036" name="Rectangle: Top Corners Rounded 1035">
                <a:extLst>
                  <a:ext uri="{FF2B5EF4-FFF2-40B4-BE49-F238E27FC236}">
                    <a16:creationId xmlns:a16="http://schemas.microsoft.com/office/drawing/2014/main" id="{0BEC2B41-FED8-A2BF-D20A-BA20D39F401A}"/>
                  </a:ext>
                </a:extLst>
              </p:cNvPr>
              <p:cNvSpPr/>
              <p:nvPr/>
            </p:nvSpPr>
            <p:spPr>
              <a:xfrm>
                <a:off x="404838" y="1385180"/>
                <a:ext cx="3777940" cy="399659"/>
              </a:xfrm>
              <a:prstGeom prst="round2SameRect">
                <a:avLst/>
              </a:prstGeom>
              <a:solidFill>
                <a:srgbClr val="FFFFFF">
                  <a:alpha val="30196"/>
                </a:srgbClr>
              </a:solidFill>
              <a:ln w="12700">
                <a:solidFill>
                  <a:srgbClr val="F2F2F2">
                    <a:alpha val="50196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50"/>
              </a:p>
            </p:txBody>
          </p:sp>
        </p:grpSp>
      </p:grpSp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2110039E-0E5E-8CFF-8B86-65B247B2631D}"/>
              </a:ext>
            </a:extLst>
          </p:cNvPr>
          <p:cNvGrpSpPr/>
          <p:nvPr/>
        </p:nvGrpSpPr>
        <p:grpSpPr>
          <a:xfrm>
            <a:off x="413962" y="368497"/>
            <a:ext cx="2080932" cy="510359"/>
            <a:chOff x="607259" y="368497"/>
            <a:chExt cx="2080932" cy="510359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2123950-6E22-5567-0777-FE81883C4CE2}"/>
                </a:ext>
              </a:extLst>
            </p:cNvPr>
            <p:cNvGrpSpPr/>
            <p:nvPr/>
          </p:nvGrpSpPr>
          <p:grpSpPr>
            <a:xfrm>
              <a:off x="607259" y="368497"/>
              <a:ext cx="2080932" cy="510359"/>
              <a:chOff x="387724" y="268470"/>
              <a:chExt cx="2057399" cy="504587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11480F27-656F-D514-00B0-1B1101398D6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3240" r="76580"/>
              <a:stretch>
                <a:fillRect/>
              </a:stretch>
            </p:blipFill>
            <p:spPr bwMode="auto">
              <a:xfrm>
                <a:off x="387724" y="268470"/>
                <a:ext cx="481852" cy="4523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" name="Picture 2">
                <a:extLst>
                  <a:ext uri="{FF2B5EF4-FFF2-40B4-BE49-F238E27FC236}">
                    <a16:creationId xmlns:a16="http://schemas.microsoft.com/office/drawing/2014/main" id="{2C239536-7BFB-D719-C96A-54B2FAC3DC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421" t="1" b="-10618"/>
              <a:stretch>
                <a:fillRect/>
              </a:stretch>
            </p:blipFill>
            <p:spPr bwMode="auto">
              <a:xfrm>
                <a:off x="869576" y="288393"/>
                <a:ext cx="1575547" cy="48466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38" name="Group 1037">
              <a:extLst>
                <a:ext uri="{FF2B5EF4-FFF2-40B4-BE49-F238E27FC236}">
                  <a16:creationId xmlns:a16="http://schemas.microsoft.com/office/drawing/2014/main" id="{2864D5A0-1273-4A50-7573-579EFC533EF2}"/>
                </a:ext>
              </a:extLst>
            </p:cNvPr>
            <p:cNvGrpSpPr/>
            <p:nvPr/>
          </p:nvGrpSpPr>
          <p:grpSpPr>
            <a:xfrm>
              <a:off x="607259" y="368497"/>
              <a:ext cx="2080932" cy="510359"/>
              <a:chOff x="387724" y="268470"/>
              <a:chExt cx="2057399" cy="504587"/>
            </a:xfrm>
          </p:grpSpPr>
          <p:pic>
            <p:nvPicPr>
              <p:cNvPr id="1039" name="Picture 2">
                <a:extLst>
                  <a:ext uri="{FF2B5EF4-FFF2-40B4-BE49-F238E27FC236}">
                    <a16:creationId xmlns:a16="http://schemas.microsoft.com/office/drawing/2014/main" id="{57AD05AA-86EB-DD90-FBEB-E7DB0F83CE1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3240" r="76580"/>
              <a:stretch>
                <a:fillRect/>
              </a:stretch>
            </p:blipFill>
            <p:spPr bwMode="auto">
              <a:xfrm>
                <a:off x="387724" y="268470"/>
                <a:ext cx="481852" cy="4523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0" name="Picture 2">
                <a:extLst>
                  <a:ext uri="{FF2B5EF4-FFF2-40B4-BE49-F238E27FC236}">
                    <a16:creationId xmlns:a16="http://schemas.microsoft.com/office/drawing/2014/main" id="{0D4D79F6-C739-B9F9-1A59-21E014B96D7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421" t="1" b="-10618"/>
              <a:stretch>
                <a:fillRect/>
              </a:stretch>
            </p:blipFill>
            <p:spPr bwMode="auto">
              <a:xfrm>
                <a:off x="869576" y="288393"/>
                <a:ext cx="1575547" cy="48466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1754922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1430</TotalTime>
  <Words>3</Words>
  <Application>Microsoft Office PowerPoint</Application>
  <PresentationFormat>Personnalisé</PresentationFormat>
  <Paragraphs>3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Gary Carpenter</dc:creator>
  <cp:lastModifiedBy>Amrane, Mohand Ameziane</cp:lastModifiedBy>
  <cp:revision>8</cp:revision>
  <dcterms:created xsi:type="dcterms:W3CDTF">2026-03-07T22:30:06Z</dcterms:created>
  <dcterms:modified xsi:type="dcterms:W3CDTF">2026-03-15T02:41:30Z</dcterms:modified>
</cp:coreProperties>
</file>